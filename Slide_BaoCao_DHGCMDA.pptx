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12188952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1488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Dual-View Heterogeneous Graph Contrastive Learning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 dự đoán loại quan hệ miRNA–bệnh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hiện và cải thiện kết quả paper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F1:  0.5970  →  0.7041        AUC:  0.9669  →  0.9899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gốc: Sun Y. et al., BMC Bioinformatics 2026  ·  HMDD v2.0  ·  Báo cáo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trình bày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60020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63040" y="160020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 &amp; dữ liệu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20756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miRNA–disease association type prediction trên HMDD v2.0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83464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63040" y="283464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pháp DHGCMDA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63040" y="331012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dual-view hypergraph · contrastive learning · HGT fusion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406908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463040" y="406908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hiện kết quả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63040" y="454456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khớp paper — và các lệch phát hiện được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" y="530352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463040" y="530352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Cải thiện &amp; kết luận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63040" y="577900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+ ensemble → Top-1 F1 0.7041, AUC 0.9899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dự đoán LOẠI quan hệ miRNA–bệnh, không chỉ có/không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cặp (miRNA, disease).  Output: P(quan hệ tồn tại) × P(loại ∈ 4 lớp)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loại quan hệ: Circulation, Epigenetics, Target, Genetics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cơ chế tác động — một cặp có thể mang nhiều loại (multilabel)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trị: ưu tiên hóa thí nghiệm wet-lab, gợi ý biomarker và drug repositioning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Khó: nhãn loại thưa, positives ≪ negatives, tín hiệu yếu trên đồ thị dị thể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HMDD v2.0 cực kỳ thưa — mất cân bằng là khó khăn chính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5943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011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Thành phần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Giá trị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 hệ đã gán loại (4 loại)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2 926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Mật độ đồ thị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Negatives khả dĩ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~186 000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040880" y="1737360"/>
            <a:ext cx="45720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quả cho học máy: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Tỉ lệ negatives : positives quyết định mạnh tín hiệu nhãn loại.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folds cố định theo CV; negatives được resample mỗi fold — nguồn variance lớn.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DHGCMDA: hai nhánh dual-view độc lập, hợp nhất bằng HGT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buntu/repos/DHGCMDA-fork/results/architecture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325880"/>
            <a:ext cx="9509760" cy="506357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641908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modality (miRNA / disease) có 2 view similarity → 2 hypergraph riêng → HGCN → AVF → HGT → predictor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mô-đun chính: HGCN theo view, AVF hợp nhất, HGT liên kết hai modality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0" cy="502920"/>
          </a:xfrm>
          <a:prstGeom prst="line">
            <a:avLst/>
          </a:prstGeom>
          <a:noFill/>
          <a:ln w="317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63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HGCN (per view)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3611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Hyperedge = nhóm node tương tự (top-K)</a:t>
            </a:r>
            <a:endParaRPr lang="en-US" sz="15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truyền node → edge → node</a:t>
            </a:r>
            <a:endParaRPr lang="en-US" sz="15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 quan hệ bậc cao, không chỉ cặp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526280" y="1508760"/>
            <a:ext cx="0" cy="502920"/>
          </a:xfrm>
          <a:prstGeom prst="line">
            <a:avLst/>
          </a:prstGeom>
          <a:noFill/>
          <a:ln w="3175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463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AVF (view fusion)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17720" y="2148840"/>
            <a:ext cx="3611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trọng số α (attention) + β (residual) cho mỗi view</a:t>
            </a:r>
            <a:endParaRPr lang="en-US" sz="15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quyết view nào tin cậy theo node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412480" y="1508760"/>
            <a:ext cx="0" cy="502920"/>
          </a:xfrm>
          <a:prstGeom prst="line">
            <a:avLst/>
          </a:prstGeom>
          <a:noFill/>
          <a:ln w="31750">
            <a:solidFill>
              <a:srgbClr val="B886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49640" y="1463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HGT + Predictor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03920" y="2148840"/>
            <a:ext cx="3611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2 lớp, 4 heads trên đồ thị miRNA–disease</a:t>
            </a:r>
            <a:endParaRPr lang="en-US" sz="15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Bilinear: P(type c) = miᵀ·Wc·dis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hypergraph: hyperedge được rebuild từ embedding hiện tại mỗi 5 epoch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hàm mất mát thống nhất: dự đoán + đối chiếu + tái dựng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 =  0.3·BCE(existence)  +  0.7·CE(type)  +  λ₁·L_CL  +  λ₂·L_recon</a:t>
            </a:r>
            <a:endParaRPr lang="en-US" sz="1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766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Thành phần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Vai trò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CE(type) — trọng số 0.7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Supervision chính: loại quan hệ rank-1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BCE(existence) — 0.3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Tách positive/negative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L_CL: intra-view (SimCLR)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z_v1 ↔ z_v2 cùng entity nhất quán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L_CL: inter-view (InfoNCE+margin)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miRNA ↔ disease có quan hệ lại gần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L_recon (λ=1.0)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Decoder tái dựng similarity đầu vào — regularizer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kế: embedding vừa bám tín hiệu supervised, vừa nhất quán đa-view, vừa giữ cấu trúc gốc.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giá: 5-fold CV trên positives, negatives resample; Top-1 F1 là metric chính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CV: positives chia 5 fold — 4 train, 1 test; negatives resample ngẫu nhiên mỗi fold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F1: loại quan hệ dự đoán đứng rank 1 phải đúng — strict hơn binary đáng kể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/ AUPR: đánh giá riêng tác vụ existence (tách pos/neg), bỏ qua loại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Huấn luyện: 650 epoch, AdamW, CPU-only; seed cố định khi so sánh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báo Top-1 F1 = 0.5970, AUC = 0.9669 trên HMDD v2.0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 Precision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0.5842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 Recall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 F1  (north-star)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0.9669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AUPR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binary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0" y="1737360"/>
            <a:ext cx="42976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của paper: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Dual-view + contrastive vượt mọi baseline MDA-type hiện có.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Fig. 4: bỏ CL hoặc HGT đều giảm — mọi thành phần 'có ích'.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v3.2 (5 loại): Top-1 F1 = 0.86 — bộ 411×271 chưa công bố.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hiện: baseline khớp paper; các metric binary vượt ở mọi seed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828800"/>
                <a:gridCol w="1737360"/>
                <a:gridCol w="1737360"/>
                <a:gridCol w="1828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 F1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AUPR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binary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0.5970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0.9669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0.9738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0.9278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 (best seed)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0.5655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0.9730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0.9671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0.9292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 + fix faithfulness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0.60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0.975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0.97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0.93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566160"/>
            <a:ext cx="10607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F1 khớp paper trong sai số seed (gap ~1–5%); binary metrics khớp hoặc vượt ở mọi seed.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predictor diag → full bilinear (đúng paper): +5.9pp — nâng baseline tái hiện lên ~0.60–0.63.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hiện lộ ra code release ≠ paper: 3 lệch đáng chú ý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070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ngược chiều paper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khối contrastive học tăng +9.7pp Top-1 (verify 4 cách độc lập) — CL là noise trên v2.0, không phải lỗi triển khai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 suy biến trong code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release dùng bilinear diagonal rank-d; paper mô tả full bilinear — sửa lại đúng = +5.9pp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v3.2 hỏng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hardcode 4 lớp → toàn bộ kết quả 0.0 là artifact; đo lại đúng ~0.27–0.36 (paper báo 0.86 trên data chưa public)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Kèm các bug nhỏ: 3 hyperparameter flags không tới optimizer/đồ thị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Cải thiện: Top-1 F1 = 0.7041 (+18%), AUC = 0.9899 — ensemble trên split độc lập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155448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 F1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paper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v2.0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0.5970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0.9669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Single-model tốt nhất (like-for-like)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0.6923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0.9844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+16.0% / +1.8%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6-member (split độc lập s42)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0.7041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0.9899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+18.0% / +2.4%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611880"/>
            <a:ext cx="106070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thắng (không sửa kiến trúc): softmax 5-class · bỏ contrastive block · full bilinear · negative ratio 5:1.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= 4 seed × config thắng + 1 no-HGT + 1 diag — average xác suất; đo trên split CV độc lập để loại selection bias.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seed single-model đều vượt paper (min 0.6844) — kết quả chắc, không phải seed may mắn.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lever quyết định kết quả — mỗi cái có bằng chứng riêng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5212080"/>
                <a:gridCol w="1828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Bằng chứng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3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Top-1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Bỏ khối contrastive (no_cl_rebuild)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Rebuild đúng, multi-seed; restore một nửa CL → giảm 1.1pp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+9.7pp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ratio ~17:1 → 5:1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Đường cong đo được: 10→0.6917 / 5→0.7014 / 3→0.6993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đỉnh tại 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 → full bilinear predictor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Faithfulness fix đúng spec 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+5.9pp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đa-dạng config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member khác mechanism; 8 member cùng family thì triệt tiêu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+1.2pp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5720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học ensemble: đa dạng cấu hình (mechanism orthogonal) &gt; đa dạng seed &gt; thêm member cùng loại.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gian config/ensemble đã cận trần — headroom còn lại nằm ở tầng data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070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review 5 lens độc lập: các delta còn lại trong config space đều dưới noise floor → near ceiling.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Avenue data-level chưa test, ước +1–4pp: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Sửa negative pool: 3 932 quan hệ đã xác minh đang bị sample làm negatives (~2% eval set mislabeled)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Auxiliary supervision từ v3.2_filtered (3 938 assoc typed, cùng entity indices)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Mục tiêu multilabel: 181 cặp đa-type hiện bị gộp last-write-wins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v3.2 (0.33 → 0.86 paper) chủ yếu do data curation 411×271 không public — không bù được bằng tuning.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111556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DHGCMDA — tái hiện &amp; cải thiện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645920"/>
            <a:ext cx="106070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hiện baseline thành công; phát hiện và sửa nhiều bug thật của code release (predictor, metric, dead flags).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Cải thiện vượt paper bằng config + ensemble, không đổi kiến trúc: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F1: 0.5970 → 0.7041   (+18.0%)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AUC:        0.9669 → 0.9899   (+2.4%)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xác nhận trên split độc lập; mọi seed đều vượt paper.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mở: sửa nhãn dữ liệu + auxiliary supervision (data-level, ~+1–4pp).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Cảm ơn thầy/cô và các bạn đã lắng nghe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DHGCMDA — Reproduce &amp; Improve</dc:title>
  <dc:subject>PptxGenJS Presentation</dc:subject>
  <dc:creator>DHGCMDA reproduction</dc:creator>
  <cp:lastModifiedBy>DHGCMDA reproduction</cp:lastModifiedBy>
  <cp:revision>1</cp:revision>
  <dcterms:created xsi:type="dcterms:W3CDTF">2026-10-01T16:02:27Z</dcterms:created>
  <dcterms:modified xsi:type="dcterms:W3CDTF">2026-10-01T16:02:27Z</dcterms:modified>
</cp:coreProperties>
</file>