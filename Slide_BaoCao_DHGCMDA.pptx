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Dual-View Heterogeneous Graph Contrastive Learning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miRNA–Disease Association Type Prediction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hiện &amp; cải thiện kết quả paper (BMC Bioinformatics 2026)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F1: 0.5970  →  0.7041   |   AUC: 0.9669  →  0.9899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kết quả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Bài toán &amp; dữ liệu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loại quan hệ miRNA–bệnh — không chỉ có/không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4980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toán: cho cặp (miRNA, disease), dự đoán TỒN TẠI quan hệ + LOẠI quan hệ (4 lớp: Circulation, Epigenetics, Target, Genetics).</a:t>
            </a:r>
            <a:endParaRPr lang="en-US" sz="17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 với link prediction thông thường: cùng một cặp có thể mang nhiều loại quan hệ — nhãn là multilabel.</a:t>
            </a:r>
            <a:endParaRPr lang="en-US" sz="17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chính: HMDD v2.0 — 495 miRNA × 383 disease, 2 926 quan hệ đã gán loại (×2 quan hệ binary đã xác minh).</a:t>
            </a:r>
            <a:endParaRPr lang="en-US" sz="17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 kỳ thưa: density ~1.5% → vấn đề cốt lõi là mất cân bằng positive/negative và tín hiệu yếu.</a:t>
            </a:r>
            <a:endParaRPr lang="en-US" sz="17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giá: 5-fold CV trên positive, negatives resample ngẫu nhiên → metric Top-1 F1 (loại đúng ở rank 1) + AUC/AUPR (tồn tại).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0"/>
            <a:ext cx="1737360" cy="91440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286000"/>
            <a:ext cx="1737360" cy="41148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0" y="1371600"/>
            <a:ext cx="1737360" cy="91440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0" y="2286000"/>
            <a:ext cx="1737360" cy="41148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1737360" cy="914400"/>
          </a:xfrm>
          <a:prstGeom prst="rect">
            <a:avLst/>
          </a:prstGeom>
          <a:solidFill>
            <a:srgbClr val="FFF2C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loại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0" y="3794760"/>
            <a:ext cx="1737360" cy="411480"/>
          </a:xfrm>
          <a:prstGeom prst="rect">
            <a:avLst/>
          </a:prstGeom>
          <a:solidFill>
            <a:srgbClr val="FFF2C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types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0" y="2880360"/>
            <a:ext cx="1737360" cy="914400"/>
          </a:xfrm>
          <a:prstGeom prst="rect">
            <a:avLst/>
          </a:prstGeom>
          <a:solidFill>
            <a:srgbClr val="FFF2C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0" y="3794760"/>
            <a:ext cx="1737360" cy="411480"/>
          </a:xfrm>
          <a:prstGeom prst="rect">
            <a:avLst/>
          </a:prstGeom>
          <a:solidFill>
            <a:srgbClr val="FFF2C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(sparse)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4572000"/>
            <a:ext cx="3566160" cy="128016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chính: Top-1 F1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(loại đúng phải đứng rank 1)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Kiến trúc tổng quan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Dual-view hypergraph + contrastive learning + heterogeneous fusion</a:t>
            </a:r>
            <a:endParaRPr lang="en-US" sz="1300" dirty="0"/>
          </a:p>
        </p:txBody>
      </p:sp>
      <p:pic>
        <p:nvPicPr>
          <p:cNvPr id="5" name="Image 0" descr="/home/ubuntu/repos/DHGCMDA-fork/results/architectur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10332720" cy="5495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Dual-view data &amp; Hypergraph Convolution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modality có 2 'góc nhìn' similarity khác nhau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9494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 — view 1: sequence similarity (M_GSM); view 2: functional similarity (M_FSM).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— view 1: gene-based similarity (D_SSM2); view 2: semantic similarity MeSH (D_SSM1).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view → một hypergraph riêng: node = miRNA/disease, hyperedge = nhóm các node tương tự (top-K neighbors).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HGCN (hypergraph convolution) lan truyền feature theo hyperedge: node → hyperedge → node — bắt quan hệ 'nhóm' mà pairwise graph thường không thấy.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mỗi modality: 2 embedding z_v1, z_v2 — cùng entity, hai biểu diễn bổ sung.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463040"/>
            <a:ext cx="1828800" cy="82296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(seq / gene)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6960" y="1463040"/>
            <a:ext cx="1828800" cy="82296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(func / sem)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0" y="2743200"/>
            <a:ext cx="1828800" cy="82296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HGCN view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0" y="2743200"/>
            <a:ext cx="1828800" cy="82296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HGCN view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63840" y="4023360"/>
            <a:ext cx="3931920" cy="7315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          z₂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0" y="5029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Hypergraph = cạnh nối ≥2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(bắt quan hệ nhóm, không chỉ cặp)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Attention View Fusion + Heterogeneous Graph Transformer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nhất 2 view, rồi lan truyền trên đồ thị miRNA–disease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9494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 — Attention View Fusion: với mỗi view v, học trọng số α_v (attention) + β_v (residual) rồi kết hợp z = α·σ(z̃) + β·Σz — tự quyết view nào đáng tin hơn theo node.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HGT (2 lớp, 4 heads): transformer attention trên đồ thị dị thể gồm 2 loại node (miRNA, disease) và cạnh association — tinh chỉnh embedding theo ngữ cảnh cả hai phía.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predictor: P(exist, type=c) = miᵀ · W_c · dis — W_c riêng cho từng loại quan hệ.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dùng FULL bilinear (ma trận d×d đầy đủ); code release ban đầu dùng bản diagonal suy biến (rank-d) — chi tiết ở phần kết quả.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554480"/>
            <a:ext cx="1737360" cy="73152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z_m₁, z_m₂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6960" y="1554480"/>
            <a:ext cx="1737360" cy="73152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0" y="2651760"/>
            <a:ext cx="1280160" cy="64008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3657600"/>
            <a:ext cx="2651760" cy="914400"/>
          </a:xfrm>
          <a:prstGeom prst="rect">
            <a:avLst/>
          </a:prstGeom>
          <a:solidFill>
            <a:srgbClr val="FFE699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HGT ×2 lớp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heads)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0" y="4937760"/>
            <a:ext cx="384048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P(exist) + P(type 1..4)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Contrastive Learning &amp; hàm mất mát thống nhất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nguồn supervision trong một loss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1323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Intra-view CL (SimCLR): kéo z_v1 ↔ z_v2 của CÙNG một entity lại gần — ép 2 view nhất quán.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Inter-view CL (InfoNCE + margin): kéo embedding miRNA ↔ disease có quan hệ lại gần qua ranh giới modality.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Reconstruction: decoder dựng lại feature/similarity đầu vào (λ = 1.0) — regularizer giữ embedding giữ thông tin.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loss: L = 0.3·BCE(existence) + 0.7·CE(type) + λ₁·L_CL + λ₂·L_recon — cùng tối ưu một lượt.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hypergraph rebuild: hyperedge tái tạo theo embedding mỗi 5 epoch (top-K trên z hiện tại).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38160" y="1645920"/>
            <a:ext cx="3108960" cy="7315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0" y="2651760"/>
            <a:ext cx="1920240" cy="73152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0.3·BCE(exist)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0" y="2651760"/>
            <a:ext cx="1920240" cy="73152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0.7·CE(type)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0" y="3566160"/>
            <a:ext cx="1920240" cy="914400"/>
          </a:xfrm>
          <a:prstGeom prst="rect">
            <a:avLst/>
          </a:prstGeom>
          <a:solidFill>
            <a:srgbClr val="E2EFD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λ₁·L_CL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(intra+inter)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0" y="3566160"/>
            <a:ext cx="1920240" cy="914400"/>
          </a:xfrm>
          <a:prstGeom prst="rect">
            <a:avLst/>
          </a:prstGeom>
          <a:solidFill>
            <a:srgbClr val="E2EFD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λ₂·L_recon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4846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</a:rPr>
              <a:t>Ý đồ: embedding vừa bám supervised signal,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</a:rPr>
              <a:t>vừa nhất quán đa-view, vừa giữ cấu trúc gốc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Protocol đánh giá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+ negative resampling — chuẩn của lĩnh vực MDA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3152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positive thành 5 fold; mỗi lần 1 fold làm test, 4 fold train.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 (cặp chưa biết quan hệ): resample ngẫu nhiên mỗi fold — paper không công bố tỉ lệ; code gốc mặc định ~17:1 theo tỉ lệ dữ liệu.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F1: với mỗi cặp test positive, loại quan hệ dự đoán rank 1 phải đúng; F1 tổng hợp trên precision/recall.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/ AUPR: đánh giá khả năng tách positive–negative (existence), bỏ qua loại.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epoch, AdamW, CPU-only; seed cố định cho so sánh công bằng.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0" y="1645920"/>
            <a:ext cx="3108960" cy="91440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2743200"/>
            <a:ext cx="3108960" cy="914400"/>
          </a:xfrm>
          <a:prstGeom prst="rect">
            <a:avLst/>
          </a:prstGeom>
          <a:solidFill>
            <a:srgbClr val="FFF2C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resample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fold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0" y="3840480"/>
            <a:ext cx="3108960" cy="914400"/>
          </a:xfrm>
          <a:prstGeom prst="rect">
            <a:avLst/>
          </a:prstGeom>
          <a:solidFill>
            <a:srgbClr val="E2EFD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epochs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CPU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Kết quả paper (reference)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CV_type trên HMDD v2.0 — Sun et al., BMC Bioinformatics 2026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v2.0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chú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đúng ở rank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north-star 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existence tách pos/neg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(binary)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9834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paper: dual-view + CL vượt mọi baseline MDA-type.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paper (Fig. 4): bỏ CL → giảm; bỏ HGT → giảm — mọi thành phần đều 'có ích'.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 (5 loại): Top-1 F1 = 0.86 trên bộ 411×271 chưa public.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1554480"/>
            <a:ext cx="3474720" cy="155448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F1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0.5970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0" y="3383280"/>
            <a:ext cx="3474720" cy="155448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0.9669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Tái hiện — khớp và phát hiện lệch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khớp paper; 3 phát hiện đáng chú 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Baseline v2.0 tái hiện được: Top-1 F1 ~0.59–0.60, binary metrics khớp/vượt paper.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Ablation NGƯỢC paper: bỏ CL hoặc HGT lại TĂNG Top-1 (+9.7pp / +8.4pp sau true-rebuild) — thành phần 'trung tâm' của paper hóa ra là noise trên v2.0. Đã verify 4 cách độc lập → finding thật, không phải artifact.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Predictor trong code release suy biến (bilinear diag rank-d) vs paper dùng full bilinear → sửa = +5.9pp Top-1.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Lỗi metric v3.2: code eval hardcode 4 loại → toàn bộ 0.0000 cho v3.2 là bug metric, không phải model collapse (đo lại đúng: ~0.27-0.36).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Bug seed/dead flags: --lr, --weight_decay, --similarity_threshold trước đây không tới được optimizer/đồ thị.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Cải thiện kết quả — headline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trung thực: tách rõ like-for-like vs system-level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  <a:gridCol w="1097280"/>
                <a:gridCol w="1005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v2.0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Single-model tốt nhất (neg_ratio=5)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0.6923 (mean ±0.01)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+16.0% / +1.8%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6-member, split độc lập (s42)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+18.0% / +2.4%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5760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thắng (pure config, không sửa kiến trúc): softmax 5-class + bỏ khối contrastive (no_cl_rebuild) + full bilinear + negative ratio 5:1.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= 4 seeds × config thắng + 1 no-HGT + 1 diag-predictor — trung bình xác suất; verify trên split CV độc lập (folds_s42) để loại selection bias.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seed single-model = 0.6844 → mọi seed đều vượt paper ≥ +14.6%. Kết quả chắc, không phải may mắn một seed.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95360" y="1554480"/>
            <a:ext cx="2834640" cy="128016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595360" y="2834640"/>
            <a:ext cx="283464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F1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0" y="3657600"/>
            <a:ext cx="2834640" cy="128016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595360" y="4937760"/>
            <a:ext cx="283464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· split s42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Insight chính rút 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 gì thực sự quyết định kết quả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33856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là noise trên v2.0 — bỏ hẳn cả intra+inter CL tăng +9.7pp. CL của paper có thể chỉ có ích ở regime data khác (dày hơn / nhiều type hơn).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 làn đường: tỉ lệ ~17:1 của code gốc nhấn chìm tín hiệu 'loại'. Sweet spot đo được: 5:1 (curve 10→0.6917 / 5→0.7014 / 3→0.6993).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≠ tầm thường: diag→full bilinear là fix 'đúng paper' mà +5.9pp — code release ≠ paper spec.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đa dạng cấu hình &gt; đa dạng seed. Members 'stacked nhiều mechanism' decorrelate tốt hơn; 8 members cùng family thì triệt tiêu lẫn nhau.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có giá trị: 3 flag chết được nối lại; metric v3.2 được vá đúng; negative pool chứa ~3 900 true positives bị gắn nhãn sai (~2% eval set).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Giới hạn cải thiện &amp; hướng mở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cận trần trong không gian config/ensemble — data là biên còn lại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68096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độc lập 5 lens (council review): không gian config/ensemble ~đạt trần — các delta còn lại nằm dưới noise floor.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data-level CHƯA test, upside ước ~+1–4pp:</a:t>
            </a:r>
            <a:endParaRPr lang="en-US" sz="1600" dirty="0"/>
          </a:p>
          <a:p>
            <a:pPr lvl="1" marL="3048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Decontaminate negative pool — bug thật: 3 932 quan hệ đã xác minh bị sample làm negatives.</a:t>
            </a:r>
            <a:endParaRPr lang="en-US" sz="1600" dirty="0"/>
          </a:p>
          <a:p>
            <a:pPr lvl="1" marL="3048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Auxiliary supervision từ dataset v3.2_filtered (3 938 assoc typed, cùng entity indices).</a:t>
            </a:r>
            <a:endParaRPr lang="en-US" sz="1600" dirty="0"/>
          </a:p>
          <a:p>
            <a:pPr lvl="1" marL="3048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Mục tiêu multilabel (181 cặp đa-type hiện bị gộp last-write-wins).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 paper (0.86) còn xa: chênh lệch chủ yếu do data curation 411×271 không public — không tái lập được bằng tuning.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0" y="1645920"/>
            <a:ext cx="2926080" cy="1188720"/>
          </a:xfrm>
          <a:prstGeom prst="rect">
            <a:avLst/>
          </a:prstGeom>
          <a:solidFill>
            <a:srgbClr val="F8CBA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space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TRẦN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3920" y="3108960"/>
            <a:ext cx="2926080" cy="1188720"/>
          </a:xfrm>
          <a:prstGeom prst="rect">
            <a:avLst/>
          </a:prstGeom>
          <a:solidFill>
            <a:srgbClr val="E2EFD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MỞ +1–4pp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572000"/>
            <a:ext cx="2926080" cy="1188720"/>
          </a:xfrm>
          <a:prstGeom prst="rect">
            <a:avLst/>
          </a:prstGeom>
          <a:solidFill>
            <a:srgbClr val="DEEAF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 gap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data curation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— Reproduce &amp; Improve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743200" cy="4572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hiện baseline thành công; phát hiện và sửa nhiều bug thật trong code release.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vượt paper bằng config + ensemble, không cần thay kiến trúc: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F1  0.5970 → 0.7041   (+18.0%)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       0.9669 → 0.9899   (+2.4%)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kiểm chứng trên split độc lập; mọi seed đều vượt paper.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mở còn lại: sửa nhãn dữ liệu (negative pool) + auxiliary supervision — data-level, ~+1–4pp.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DHGCMDA fork · experiment loop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2026-10-01T14:59:13Z</dcterms:created>
  <dcterms:modified xsi:type="dcterms:W3CDTF">2026-10-01T14:59:13Z</dcterms:modified>
</cp:coreProperties>
</file>